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9392E-D8C6-4EC2-97F9-96DE0B980D95}" type="datetimeFigureOut">
              <a:rPr lang="ru-RU" smtClean="0"/>
              <a:t>29.01.2020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88601-35E0-475D-A7B3-7710FDD48E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92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9392E-D8C6-4EC2-97F9-96DE0B980D95}" type="datetimeFigureOut">
              <a:rPr lang="ru-RU" smtClean="0"/>
              <a:t>29.01.2020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88601-35E0-475D-A7B3-7710FDD48E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959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9392E-D8C6-4EC2-97F9-96DE0B980D95}" type="datetimeFigureOut">
              <a:rPr lang="ru-RU" smtClean="0"/>
              <a:t>29.01.2020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88601-35E0-475D-A7B3-7710FDD48E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393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9392E-D8C6-4EC2-97F9-96DE0B980D95}" type="datetimeFigureOut">
              <a:rPr lang="ru-RU" smtClean="0"/>
              <a:t>29.01.2020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88601-35E0-475D-A7B3-7710FDD48E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172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9392E-D8C6-4EC2-97F9-96DE0B980D95}" type="datetimeFigureOut">
              <a:rPr lang="ru-RU" smtClean="0"/>
              <a:t>29.01.2020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88601-35E0-475D-A7B3-7710FDD48E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863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9392E-D8C6-4EC2-97F9-96DE0B980D95}" type="datetimeFigureOut">
              <a:rPr lang="ru-RU" smtClean="0"/>
              <a:t>29.01.2020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88601-35E0-475D-A7B3-7710FDD48E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673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9392E-D8C6-4EC2-97F9-96DE0B980D95}" type="datetimeFigureOut">
              <a:rPr lang="ru-RU" smtClean="0"/>
              <a:t>29.01.2020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88601-35E0-475D-A7B3-7710FDD48E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146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9392E-D8C6-4EC2-97F9-96DE0B980D95}" type="datetimeFigureOut">
              <a:rPr lang="ru-RU" smtClean="0"/>
              <a:t>29.01.2020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88601-35E0-475D-A7B3-7710FDD48E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684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9392E-D8C6-4EC2-97F9-96DE0B980D95}" type="datetimeFigureOut">
              <a:rPr lang="ru-RU" smtClean="0"/>
              <a:t>29.01.2020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88601-35E0-475D-A7B3-7710FDD48E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739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9392E-D8C6-4EC2-97F9-96DE0B980D95}" type="datetimeFigureOut">
              <a:rPr lang="ru-RU" smtClean="0"/>
              <a:t>29.01.2020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88601-35E0-475D-A7B3-7710FDD48E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703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9392E-D8C6-4EC2-97F9-96DE0B980D95}" type="datetimeFigureOut">
              <a:rPr lang="ru-RU" smtClean="0"/>
              <a:t>29.01.2020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88601-35E0-475D-A7B3-7710FDD48E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977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9392E-D8C6-4EC2-97F9-96DE0B980D95}" type="datetimeFigureOut">
              <a:rPr lang="ru-RU" smtClean="0"/>
              <a:t>29.01.2020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88601-35E0-475D-A7B3-7710FDD48E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3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Проект Даниила </a:t>
            </a:r>
            <a:r>
              <a:rPr lang="ru-RU" dirty="0" err="1" smtClean="0"/>
              <a:t>Никонца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Тема: Моя семья</a:t>
            </a:r>
          </a:p>
          <a:p>
            <a:r>
              <a:rPr lang="ru-RU" dirty="0" smtClean="0"/>
              <a:t>Цель: Узнать о моих родственниках.</a:t>
            </a:r>
          </a:p>
          <a:p>
            <a:r>
              <a:rPr lang="ru-RU" dirty="0" smtClean="0"/>
              <a:t>Задачи: </a:t>
            </a:r>
          </a:p>
          <a:p>
            <a:pPr marL="514350" indent="-514350">
              <a:buAutoNum type="arabicPeriod"/>
            </a:pPr>
            <a:r>
              <a:rPr lang="ru-RU" dirty="0" smtClean="0"/>
              <a:t>Спросить у папы и мамы, как звали моих родственников.</a:t>
            </a:r>
          </a:p>
          <a:p>
            <a:pPr marL="514350" indent="-514350">
              <a:buAutoNum type="arabicPeriod"/>
            </a:pPr>
            <a:r>
              <a:rPr lang="ru-RU" dirty="0" smtClean="0"/>
              <a:t>Составить семейное древо.</a:t>
            </a:r>
          </a:p>
          <a:p>
            <a:pPr marL="514350" indent="-514350">
              <a:buAutoNum type="arabicPeriod"/>
            </a:pPr>
            <a:r>
              <a:rPr lang="ru-RU" dirty="0" smtClean="0"/>
              <a:t>Найти фотографии моих бабушек и дедушек, прабабушек и прадедушек.</a:t>
            </a:r>
          </a:p>
          <a:p>
            <a:pPr marL="514350" indent="-514350">
              <a:buAutoNum type="arabicPeriod"/>
            </a:pPr>
            <a:r>
              <a:rPr lang="ru-RU" dirty="0" smtClean="0"/>
              <a:t>Узнать, где жили мои родственники, кем работали.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718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43759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История фамилии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603241"/>
            <a:ext cx="9144000" cy="2654559"/>
          </a:xfrm>
        </p:spPr>
        <p:txBody>
          <a:bodyPr>
            <a:normAutofit/>
          </a:bodyPr>
          <a:lstStyle/>
          <a:p>
            <a:r>
              <a:rPr lang="ru-RU" dirty="0"/>
              <a:t>Фамилия </a:t>
            </a:r>
            <a:r>
              <a:rPr lang="ru-RU" dirty="0" err="1"/>
              <a:t>Никонец</a:t>
            </a:r>
            <a:r>
              <a:rPr lang="ru-RU" dirty="0"/>
              <a:t> относится к южно-русским и украинским фамилиям и образована от греческого имени Никон, которое можно перевести как «победитель». Вероятнее всего, фамилия образовалась в 14 веке, и основатель рода был из рабочей или крестьянской среды и был человеком авторитетным и уважаемым, так как фамилия образована от полного имени.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8050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73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1267" y="159098"/>
            <a:ext cx="10515600" cy="288018"/>
          </a:xfrm>
        </p:spPr>
        <p:txBody>
          <a:bodyPr>
            <a:noAutofit/>
          </a:bodyPr>
          <a:lstStyle/>
          <a:p>
            <a:r>
              <a:rPr lang="ru-RU" sz="2800" b="1" dirty="0" smtClean="0"/>
              <a:t>Фото из семейного архива</a:t>
            </a:r>
            <a:endParaRPr lang="ru-RU" sz="28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32384">
            <a:off x="478905" y="692824"/>
            <a:ext cx="4509049" cy="3159008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6490">
            <a:off x="7984536" y="483826"/>
            <a:ext cx="3874759" cy="515932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727" y="320990"/>
            <a:ext cx="2356560" cy="330050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48872">
            <a:off x="4005729" y="3099574"/>
            <a:ext cx="2167525" cy="30435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4550" y="6124939"/>
            <a:ext cx="23228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Павловы Вадим и Раиса </a:t>
            </a:r>
          </a:p>
          <a:p>
            <a:r>
              <a:rPr lang="ru-RU" sz="1600" dirty="0" smtClean="0"/>
              <a:t>(дедушка и бабушка)</a:t>
            </a:r>
            <a:endParaRPr lang="ru-R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6363062" y="3600508"/>
            <a:ext cx="10157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Павлов</a:t>
            </a:r>
          </a:p>
          <a:p>
            <a:r>
              <a:rPr lang="ru-RU" sz="1600" dirty="0" smtClean="0"/>
              <a:t>Иван</a:t>
            </a:r>
          </a:p>
          <a:p>
            <a:r>
              <a:rPr lang="ru-RU" sz="1600" dirty="0" smtClean="0"/>
              <a:t>Петрович</a:t>
            </a:r>
          </a:p>
          <a:p>
            <a:r>
              <a:rPr lang="ru-RU" sz="1600" dirty="0" smtClean="0"/>
              <a:t>(прадед)</a:t>
            </a:r>
            <a:endParaRPr lang="ru-R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8350072" y="5709440"/>
            <a:ext cx="21709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Семья Андреева </a:t>
            </a:r>
          </a:p>
          <a:p>
            <a:r>
              <a:rPr lang="ru-RU" sz="1600" dirty="0" smtClean="0"/>
              <a:t>Григория Прохоровича</a:t>
            </a:r>
          </a:p>
          <a:p>
            <a:r>
              <a:rPr lang="ru-RU" sz="1600" dirty="0" smtClean="0"/>
              <a:t>(прапрадед)</a:t>
            </a:r>
            <a:endParaRPr lang="ru-R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1299041" y="3933040"/>
            <a:ext cx="2538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Семья Дудник (прапрадед)</a:t>
            </a:r>
            <a:endParaRPr lang="ru-RU" sz="1600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05633">
            <a:off x="667655" y="4323783"/>
            <a:ext cx="1686138" cy="22652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91159" y="5067044"/>
            <a:ext cx="126034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err="1" smtClean="0"/>
              <a:t>Никонец</a:t>
            </a:r>
            <a:endParaRPr lang="ru-RU" sz="1600" dirty="0" smtClean="0"/>
          </a:p>
          <a:p>
            <a:r>
              <a:rPr lang="ru-RU" sz="1600" dirty="0" smtClean="0"/>
              <a:t>Андрей</a:t>
            </a:r>
          </a:p>
          <a:p>
            <a:r>
              <a:rPr lang="ru-RU" sz="1600" dirty="0" smtClean="0"/>
              <a:t>Павлович</a:t>
            </a:r>
          </a:p>
          <a:p>
            <a:r>
              <a:rPr lang="ru-RU" sz="1600" dirty="0" smtClean="0"/>
              <a:t>(прапрадед)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2053000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146</Words>
  <Application>Microsoft Office PowerPoint</Application>
  <PresentationFormat>Широкоэкранный</PresentationFormat>
  <Paragraphs>25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Проект Даниила Никонца</vt:lpstr>
      <vt:lpstr>История фамилии</vt:lpstr>
      <vt:lpstr>Презентация PowerPoint</vt:lpstr>
      <vt:lpstr>Фото из семейного архива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Моя родословная</dc:title>
  <dc:creator>Oreanor</dc:creator>
  <cp:lastModifiedBy>Oreanor</cp:lastModifiedBy>
  <cp:revision>5</cp:revision>
  <dcterms:created xsi:type="dcterms:W3CDTF">2020-01-29T20:08:41Z</dcterms:created>
  <dcterms:modified xsi:type="dcterms:W3CDTF">2020-01-29T20:41:08Z</dcterms:modified>
</cp:coreProperties>
</file>